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70" r:id="rId4"/>
    <p:sldId id="269" r:id="rId5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68"/>
    <p:restoredTop sz="94686"/>
  </p:normalViewPr>
  <p:slideViewPr>
    <p:cSldViewPr snapToGrid="0" snapToObjects="1">
      <p:cViewPr varScale="1">
        <p:scale>
          <a:sx n="121" d="100"/>
          <a:sy n="121" d="100"/>
        </p:scale>
        <p:origin x="9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D0F5C-EC61-8F4E-83D5-5ADBB740601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DD6466-75C3-B946-94BC-AC57A3989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757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1097280"/>
            <a:ext cx="73152" cy="5120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1143000"/>
            <a:ext cx="445956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dirty="0">
                <a:solidFill>
                  <a:srgbClr val="0F766E"/>
                </a:solidFill>
                <a:latin typeface="Aptos"/>
              </a:rPr>
              <a:t>Day </a:t>
            </a:r>
            <a:r>
              <a:rPr lang="en-GB" sz="1400" b="1" dirty="0">
                <a:solidFill>
                  <a:srgbClr val="0F766E"/>
                </a:solidFill>
                <a:latin typeface="Aptos"/>
              </a:rPr>
              <a:t>5</a:t>
            </a:r>
            <a:endParaRPr sz="1400" b="1" dirty="0">
              <a:solidFill>
                <a:srgbClr val="0F766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1572768"/>
            <a:ext cx="6122382" cy="8002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5200" b="1" dirty="0">
                <a:solidFill>
                  <a:srgbClr val="1F2933"/>
                </a:solidFill>
                <a:latin typeface="Aptos Display"/>
              </a:rPr>
              <a:t>Capstone Project Day</a:t>
            </a:r>
            <a:endParaRPr sz="5200" b="1" dirty="0">
              <a:solidFill>
                <a:srgbClr val="1F2933"/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7607808"/>
            <a:ext cx="1367362" cy="2923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0" dirty="0">
                <a:solidFill>
                  <a:srgbClr val="6B7280"/>
                </a:solidFill>
                <a:latin typeface="Aptos"/>
              </a:rPr>
              <a:t>Day </a:t>
            </a:r>
            <a:r>
              <a:rPr lang="en-GB" sz="950" dirty="0">
                <a:solidFill>
                  <a:srgbClr val="6B7280"/>
                </a:solidFill>
                <a:latin typeface="Aptos"/>
              </a:rPr>
              <a:t>5</a:t>
            </a:r>
            <a:r>
              <a:rPr sz="950" b="0" dirty="0">
                <a:solidFill>
                  <a:srgbClr val="6B7280"/>
                </a:solidFill>
                <a:latin typeface="Aptos"/>
              </a:rPr>
              <a:t> — </a:t>
            </a:r>
            <a:r>
              <a:rPr lang="en-GB" sz="950" dirty="0">
                <a:solidFill>
                  <a:srgbClr val="6B7280"/>
                </a:solidFill>
                <a:latin typeface="Aptos"/>
              </a:rPr>
              <a:t>Capstone Project</a:t>
            </a:r>
            <a:endParaRPr lang="en-GB" sz="950" b="0" dirty="0">
              <a:solidFill>
                <a:srgbClr val="6B7280"/>
              </a:solidFill>
              <a:latin typeface="Aptos"/>
            </a:endParaRPr>
          </a:p>
          <a:p>
            <a:endParaRPr sz="950" b="0" dirty="0">
              <a:solidFill>
                <a:srgbClr val="6B7280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121640" y="7607808"/>
            <a:ext cx="7315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0">
                <a:solidFill>
                  <a:srgbClr val="6B7280"/>
                </a:solidFill>
                <a:latin typeface="Aptos"/>
              </a:rPr>
              <a:t>01/11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5B3548-5366-999F-F8B0-8A5B21FE0C40}"/>
              </a:ext>
            </a:extLst>
          </p:cNvPr>
          <p:cNvSpPr txBox="1"/>
          <p:nvPr/>
        </p:nvSpPr>
        <p:spPr>
          <a:xfrm>
            <a:off x="896112" y="6328648"/>
            <a:ext cx="1745863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1600" b="1" dirty="0">
                <a:solidFill>
                  <a:srgbClr val="6B7280"/>
                </a:solidFill>
                <a:latin typeface="Aptos"/>
              </a:rPr>
              <a:t>DR SAED HUSSAIN</a:t>
            </a:r>
            <a:endParaRPr sz="1600" b="1" dirty="0">
              <a:solidFill>
                <a:srgbClr val="6B7280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7C80CD-3A03-7C6A-383C-00C5A0CDDB4B}"/>
              </a:ext>
            </a:extLst>
          </p:cNvPr>
          <p:cNvSpPr txBox="1"/>
          <p:nvPr/>
        </p:nvSpPr>
        <p:spPr>
          <a:xfrm>
            <a:off x="896112" y="6701373"/>
            <a:ext cx="1699014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1400" b="0" dirty="0">
                <a:solidFill>
                  <a:srgbClr val="6B7280"/>
                </a:solidFill>
                <a:latin typeface="Aptos"/>
              </a:rPr>
              <a:t>Venue: </a:t>
            </a:r>
            <a:r>
              <a:rPr lang="en-GB" sz="1400" b="0" dirty="0" err="1">
                <a:solidFill>
                  <a:srgbClr val="6B7280"/>
                </a:solidFill>
                <a:latin typeface="Aptos"/>
              </a:rPr>
              <a:t>AlmaU</a:t>
            </a:r>
            <a:endParaRPr lang="en-GB" sz="1400" b="0" dirty="0">
              <a:solidFill>
                <a:srgbClr val="6B7280"/>
              </a:solidFill>
              <a:latin typeface="Aptos"/>
            </a:endParaRPr>
          </a:p>
          <a:p>
            <a:pPr algn="l"/>
            <a:r>
              <a:rPr lang="en-GB" sz="1400" dirty="0">
                <a:solidFill>
                  <a:srgbClr val="6B7280"/>
                </a:solidFill>
                <a:latin typeface="Aptos"/>
              </a:rPr>
              <a:t>Date: 10/7/2026</a:t>
            </a:r>
            <a:endParaRPr sz="1400" b="0" dirty="0">
              <a:solidFill>
                <a:srgbClr val="6B72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4197046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GB" sz="3200" b="1" dirty="0">
                <a:latin typeface="Aptos" panose="020B0004020202020204" pitchFamily="34" charset="0"/>
              </a:rPr>
              <a:t>Capstone Project Brief</a:t>
            </a:r>
            <a:endParaRPr sz="3000" b="1" dirty="0">
              <a:latin typeface="Aptos" panose="020B00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121640" y="7607808"/>
            <a:ext cx="7315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0">
                <a:solidFill>
                  <a:srgbClr val="6B7280"/>
                </a:solidFill>
                <a:latin typeface="Aptos"/>
              </a:rPr>
              <a:t>02/11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4A1C64-1FCA-D58F-7C10-0F50B9FD5CFC}"/>
              </a:ext>
            </a:extLst>
          </p:cNvPr>
          <p:cNvSpPr txBox="1"/>
          <p:nvPr/>
        </p:nvSpPr>
        <p:spPr>
          <a:xfrm>
            <a:off x="822960" y="1652513"/>
            <a:ext cx="13366006" cy="30162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Aptos" panose="020B0004020202020204" pitchFamily="34" charset="0"/>
              </a:rPr>
              <a:t>Work on a project of your own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Aptos" panose="020B0004020202020204" pitchFamily="34" charset="0"/>
              </a:rPr>
              <a:t>Choose a </a:t>
            </a:r>
            <a:r>
              <a:rPr lang="en-GB" sz="2800" b="1" dirty="0">
                <a:latin typeface="Aptos" panose="020B0004020202020204" pitchFamily="34" charset="0"/>
              </a:rPr>
              <a:t>clear, well-scoped problem</a:t>
            </a:r>
            <a:r>
              <a:rPr lang="en-GB" sz="2800" dirty="0">
                <a:latin typeface="Aptos" panose="020B0004020202020204" pitchFamily="34" charset="0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Aptos" panose="020B0004020202020204" pitchFamily="34" charset="0"/>
              </a:rPr>
              <a:t>Keep the feature set focused — </a:t>
            </a:r>
            <a:r>
              <a:rPr lang="en-GB" sz="2800" b="1" dirty="0">
                <a:latin typeface="Aptos" panose="020B0004020202020204" pitchFamily="34" charset="0"/>
              </a:rPr>
              <a:t>more features is not the goal</a:t>
            </a:r>
            <a:r>
              <a:rPr lang="en-GB" sz="2800" dirty="0">
                <a:latin typeface="Aptos" panose="020B0004020202020204" pitchFamily="34" charset="0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/>
              <a:t>See the Day 5 README for project ideas, or come up with your own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Aptos" panose="020B0004020202020204" pitchFamily="34" charset="0"/>
              </a:rPr>
              <a:t>Feel free to team up — 2 people max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/>
              <a:t>Your </a:t>
            </a:r>
            <a:r>
              <a:rPr lang="en-GB" sz="2800" b="1" dirty="0"/>
              <a:t>project and presentation must be ready before lunch </a:t>
            </a:r>
          </a:p>
          <a:p>
            <a:endParaRPr lang="en-GB" sz="2800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312FF7-1E6E-1405-434D-ED0027B8C8F5}"/>
              </a:ext>
            </a:extLst>
          </p:cNvPr>
          <p:cNvSpPr txBox="1"/>
          <p:nvPr/>
        </p:nvSpPr>
        <p:spPr>
          <a:xfrm>
            <a:off x="1860332" y="5325873"/>
            <a:ext cx="99427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/>
              <a:t>Presentations will begin after lunch!</a:t>
            </a:r>
            <a:endParaRPr lang="en-GB" sz="3200" b="1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C86CF8-64D5-C417-EC7C-B15410C4F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D6D99A-9AF7-DBA6-8B7A-5D231590341A}"/>
              </a:ext>
            </a:extLst>
          </p:cNvPr>
          <p:cNvSpPr txBox="1"/>
          <p:nvPr/>
        </p:nvSpPr>
        <p:spPr>
          <a:xfrm>
            <a:off x="822960" y="502920"/>
            <a:ext cx="3590085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GB" sz="3200" b="1" dirty="0">
                <a:latin typeface="Aptos" panose="020B0004020202020204" pitchFamily="34" charset="0"/>
              </a:rPr>
              <a:t>Presentation Guide</a:t>
            </a:r>
            <a:endParaRPr sz="3000" b="1" dirty="0"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F3571C-F5C6-1D67-B0EB-B397045CFCB0}"/>
              </a:ext>
            </a:extLst>
          </p:cNvPr>
          <p:cNvSpPr txBox="1"/>
          <p:nvPr/>
        </p:nvSpPr>
        <p:spPr>
          <a:xfrm>
            <a:off x="13121640" y="7607808"/>
            <a:ext cx="7315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0">
                <a:solidFill>
                  <a:srgbClr val="6B7280"/>
                </a:solidFill>
                <a:latin typeface="Aptos"/>
              </a:rPr>
              <a:t>02/11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05D759-B24B-5003-7413-6D72A297D957}"/>
              </a:ext>
            </a:extLst>
          </p:cNvPr>
          <p:cNvSpPr txBox="1"/>
          <p:nvPr/>
        </p:nvSpPr>
        <p:spPr>
          <a:xfrm>
            <a:off x="822960" y="1137506"/>
            <a:ext cx="13366006" cy="30162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GB" sz="2800" dirty="0">
                <a:latin typeface="Aptos" panose="020B0004020202020204" pitchFamily="34" charset="0"/>
              </a:rPr>
              <a:t>Your presentation should cover:</a:t>
            </a:r>
          </a:p>
          <a:p>
            <a:endParaRPr lang="en-GB" sz="2800" b="1" dirty="0">
              <a:latin typeface="Aptos" panose="020B00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sz="2800" b="1" dirty="0">
                <a:latin typeface="Aptos" panose="020B0004020202020204" pitchFamily="34" charset="0"/>
              </a:rPr>
              <a:t>Problem Statement: </a:t>
            </a:r>
            <a:r>
              <a:rPr lang="en-GB" sz="2800" dirty="0">
                <a:latin typeface="Aptos" panose="020B0004020202020204" pitchFamily="34" charset="0"/>
              </a:rPr>
              <a:t>What problem are you trying to solve?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b="1" dirty="0">
                <a:latin typeface="Aptos" panose="020B0004020202020204" pitchFamily="34" charset="0"/>
              </a:rPr>
              <a:t>Design &amp; Decisions: </a:t>
            </a:r>
            <a:r>
              <a:rPr lang="en-GB" sz="2800" dirty="0">
                <a:latin typeface="Aptos" panose="020B0004020202020204" pitchFamily="34" charset="0"/>
              </a:rPr>
              <a:t>Explain your design, the choices you made, and why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b="1" dirty="0">
                <a:latin typeface="Aptos" panose="020B0004020202020204" pitchFamily="34" charset="0"/>
              </a:rPr>
              <a:t>Demo: </a:t>
            </a:r>
            <a:r>
              <a:rPr lang="en-GB" sz="2800" dirty="0">
                <a:latin typeface="Aptos" panose="020B0004020202020204" pitchFamily="34" charset="0"/>
              </a:rPr>
              <a:t>Show your notebook and demonstrate your project working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b="1" dirty="0">
                <a:latin typeface="Aptos" panose="020B0004020202020204" pitchFamily="34" charset="0"/>
              </a:rPr>
              <a:t>10 minutes maximum — including follow-up questions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b="1" dirty="0">
                <a:latin typeface="Aptos" panose="020B0004020202020204" pitchFamily="34" charset="0"/>
              </a:rPr>
              <a:t>Slides are optional</a:t>
            </a:r>
            <a:endParaRPr lang="en-GB" sz="2800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84E76D-A920-4ED6-D231-0238A7E4C602}"/>
              </a:ext>
            </a:extLst>
          </p:cNvPr>
          <p:cNvSpPr txBox="1"/>
          <p:nvPr/>
        </p:nvSpPr>
        <p:spPr>
          <a:xfrm>
            <a:off x="1744718" y="5648173"/>
            <a:ext cx="994278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latin typeface="Aptos" panose="020B0004020202020204" pitchFamily="34" charset="0"/>
              </a:rPr>
              <a:t>Keep your presentation concise and focused. Prioritise your demo and key design decisions.</a:t>
            </a:r>
            <a:endParaRPr lang="en-GB" sz="32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54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042AD0-FC52-7446-2EB5-50F144F05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3E3A9D-F8ED-9FF3-18A3-C8FE18A3206D}"/>
              </a:ext>
            </a:extLst>
          </p:cNvPr>
          <p:cNvSpPr txBox="1"/>
          <p:nvPr/>
        </p:nvSpPr>
        <p:spPr>
          <a:xfrm>
            <a:off x="5633621" y="3776246"/>
            <a:ext cx="3726279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4400" b="1" dirty="0">
                <a:solidFill>
                  <a:srgbClr val="1F2933"/>
                </a:solidFill>
                <a:latin typeface="Aptos Display"/>
              </a:rPr>
              <a:t>Thank you</a:t>
            </a:r>
            <a:endParaRPr sz="4400" b="1" dirty="0">
              <a:solidFill>
                <a:srgbClr val="1F2933"/>
              </a:solidFill>
              <a:latin typeface="Aptos Display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296549-C755-3DD3-AA95-307C9292EEFA}"/>
              </a:ext>
            </a:extLst>
          </p:cNvPr>
          <p:cNvSpPr txBox="1"/>
          <p:nvPr/>
        </p:nvSpPr>
        <p:spPr>
          <a:xfrm>
            <a:off x="13121640" y="7607808"/>
            <a:ext cx="7315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50" b="0">
                <a:solidFill>
                  <a:srgbClr val="6B7280"/>
                </a:solidFill>
                <a:latin typeface="Aptos"/>
              </a:rPr>
              <a:t>02/11</a:t>
            </a:r>
          </a:p>
        </p:txBody>
      </p:sp>
    </p:spTree>
    <p:extLst>
      <p:ext uri="{BB962C8B-B14F-4D97-AF65-F5344CB8AC3E}">
        <p14:creationId xmlns:p14="http://schemas.microsoft.com/office/powerpoint/2010/main" val="3543847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1893</TotalTime>
  <Words>160</Words>
  <Application>Microsoft Macintosh PowerPoint</Application>
  <PresentationFormat>Custom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Hussain, Saed</cp:lastModifiedBy>
  <cp:revision>20</cp:revision>
  <dcterms:created xsi:type="dcterms:W3CDTF">2013-01-27T09:14:16Z</dcterms:created>
  <dcterms:modified xsi:type="dcterms:W3CDTF">2026-07-10T05:53:37Z</dcterms:modified>
  <cp:category/>
</cp:coreProperties>
</file>